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8000" cy="182880"/>
          </a:xfrm>
          <a:prstGeom prst="rect">
            <a:avLst/>
          </a:prstGeom>
          <a:solidFill>
            <a:srgbClr val="F76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8000" y="0"/>
            <a:ext cx="3048000" cy="182880"/>
          </a:xfrm>
          <a:prstGeom prst="rect">
            <a:avLst/>
          </a:prstGeom>
          <a:solidFill>
            <a:srgbClr val="F0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0" y="0"/>
            <a:ext cx="3048000" cy="182880"/>
          </a:xfrm>
          <a:prstGeom prst="rect">
            <a:avLst/>
          </a:prstGeom>
          <a:solidFill>
            <a:srgbClr val="642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5400" b="1">
                <a:solidFill>
                  <a:srgbClr val="642B87"/>
                </a:solidFill>
              </a:defRPr>
            </a:pPr>
            <a:r>
              <a:t>Presentation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646464"/>
                </a:solidFill>
              </a:defRPr>
            </a:pPr>
            <a:r>
              <a:t>Subtitle or Presenter Name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642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82880" cy="914400"/>
          </a:xfrm>
          <a:prstGeom prst="rect">
            <a:avLst/>
          </a:prstGeom>
          <a:solidFill>
            <a:srgbClr val="F76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000000"/>
                </a:solidFill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642B87"/>
                </a:solidFill>
              </a:defRPr>
            </a:pPr>
            <a:r>
              <a:t>1. Introduction</a:t>
            </a:r>
          </a:p>
          <a:p>
            <a:pPr>
              <a:spcAft>
                <a:spcPts val="2000"/>
              </a:spcAft>
              <a:defRPr sz="2400">
                <a:solidFill>
                  <a:srgbClr val="F072AD"/>
                </a:solidFill>
              </a:defRPr>
            </a:pPr>
            <a:r>
              <a:t>2. Key Concepts</a:t>
            </a:r>
          </a:p>
          <a:p>
            <a:pPr>
              <a:spcAft>
                <a:spcPts val="2000"/>
              </a:spcAft>
              <a:defRPr sz="2400">
                <a:solidFill>
                  <a:srgbClr val="642B87"/>
                </a:solidFill>
              </a:defRPr>
            </a:pPr>
            <a:r>
              <a:t>3. Analysis</a:t>
            </a:r>
          </a:p>
          <a:p>
            <a:pPr>
              <a:spcAft>
                <a:spcPts val="2000"/>
              </a:spcAft>
              <a:defRPr sz="2400">
                <a:solidFill>
                  <a:srgbClr val="F072AD"/>
                </a:solidFill>
              </a:defRPr>
            </a:pPr>
            <a:r>
              <a:t>4.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82880" cy="914400"/>
          </a:xfrm>
          <a:prstGeom prst="rect">
            <a:avLst/>
          </a:prstGeom>
          <a:solidFill>
            <a:srgbClr val="F0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000000"/>
                </a:solidFill>
              </a:defRPr>
            </a:pPr>
            <a:r>
              <a:t>Key Content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2000"/>
            </a:pPr>
            <a:r>
              <a:t>This is a clean content slide.</a:t>
            </a:r>
          </a:p>
          <a:p>
            <a:pPr>
              <a:spcAft>
                <a:spcPts val="1000"/>
              </a:spcAft>
              <a:defRPr sz="1800"/>
            </a:pPr>
            <a:r>
              <a:rPr>
                <a:solidFill>
                  <a:srgbClr val="F76702"/>
                </a:solidFill>
              </a:rPr>
              <a:t>• Point 1: Highlighted in Orange</a:t>
            </a:r>
          </a:p>
          <a:p>
            <a:pPr>
              <a:spcAft>
                <a:spcPts val="1000"/>
              </a:spcAft>
              <a:defRPr sz="1800"/>
            </a:pPr>
            <a:r>
              <a:t>• Point 2: Standard text description goes here. Keep it simple and clean.</a:t>
            </a:r>
          </a:p>
          <a:p>
            <a:pPr>
              <a:defRPr sz="1800"/>
            </a:pPr>
            <a:r>
              <a:rPr>
                <a:solidFill>
                  <a:srgbClr val="F072AD"/>
                </a:solidFill>
              </a:rPr>
              <a:t>• Point 3: Highlighted in Pink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2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>
                <a:solidFill>
                  <a:srgbClr val="F76702"/>
                </a:solidFill>
              </a:defRPr>
            </a:pPr>
            <a:r>
              <a:t>SECTION 01</a:t>
            </a:r>
          </a:p>
          <a:p>
            <a:pPr algn="ctr">
              <a:defRPr sz="6000" b="1">
                <a:solidFill>
                  <a:srgbClr val="FFFFFF"/>
                </a:solidFill>
              </a:defRPr>
            </a:pPr>
            <a:r>
              <a:t>Deep Dive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