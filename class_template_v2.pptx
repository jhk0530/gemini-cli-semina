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2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BA673"/>
                </a:solidFill>
                <a:latin typeface="Malgun Gothic"/>
              </a:defRPr>
            </a:pPr>
            <a:r>
              <a:t>LECTURE TITLE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2704" y="3840480"/>
            <a:ext cx="914400" cy="45720"/>
          </a:xfrm>
          <a:prstGeom prst="rect">
            <a:avLst/>
          </a:prstGeom>
          <a:solidFill>
            <a:srgbClr val="CB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algun Gothic"/>
              </a:defRPr>
            </a:pPr>
            <a:r>
              <a:t>교안의 부제목을 입력하세요</a:t>
            </a:r>
          </a:p>
          <a:p>
            <a:r>
              <a:t>Subtitle text area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2057400"/>
            <a:ext cx="2743200" cy="2743200"/>
          </a:xfrm>
          <a:prstGeom prst="ellipse">
            <a:avLst/>
          </a:prstGeom>
          <a:solidFill>
            <a:srgbClr val="DCDCDC"/>
          </a:solidFill>
          <a:ln w="38100">
            <a:solidFill>
              <a:srgbClr val="CB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PHOTO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1031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02E32"/>
                </a:solidFill>
                <a:latin typeface="Malgun Gothic"/>
              </a:defRPr>
            </a:pPr>
            <a:r>
              <a:t>김강사 (Kim Instructor)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71F00"/>
                </a:solidFill>
                <a:latin typeface="Malgun Gothic"/>
              </a:defRPr>
            </a:pPr>
            <a:r>
              <a:t>Senior Data Analyst / XX Institute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45720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34747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  <a:latin typeface="Malgun Gothic"/>
              </a:defRPr>
            </a:pPr>
            <a:r>
              <a:t>- 現 데이터 분석 연구소 팀장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  <a:latin typeface="Malgun Gothic"/>
              </a:defRPr>
            </a:pPr>
            <a:r>
              <a:t>- 前 IT 솔루션 개발 리드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  <a:latin typeface="Malgun Gothic"/>
              </a:defRPr>
            </a:pPr>
            <a:r>
              <a:t>- 주요 저서: 『파이썬으로 시작하는 데이터 분석』</a:t>
            </a:r>
          </a:p>
          <a:p>
            <a:pPr>
              <a:spcBef>
                <a:spcPts val="1000"/>
              </a:spcBef>
              <a:defRPr sz="1800">
                <a:solidFill>
                  <a:srgbClr val="555555"/>
                </a:solidFill>
                <a:latin typeface="Malgun Gothic"/>
              </a:defRPr>
            </a:pPr>
            <a:r>
              <a:t>- 이메일: email@example.com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02E32"/>
                </a:solidFill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3657600" cy="27432"/>
          </a:xfrm>
          <a:prstGeom prst="rect">
            <a:avLst/>
          </a:prstGeom>
          <a:solidFill>
            <a:srgbClr val="87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828800"/>
            <a:ext cx="365760" cy="365760"/>
          </a:xfrm>
          <a:prstGeom prst="ellipse">
            <a:avLst/>
          </a:prstGeom>
          <a:solidFill>
            <a:srgbClr val="CB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02E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2E32"/>
                </a:solidFill>
                <a:latin typeface="Malgun Gothic"/>
              </a:defRPr>
            </a:pPr>
            <a:r>
              <a:t>프로젝트 개요 및 목표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560320"/>
            <a:ext cx="365760" cy="365760"/>
          </a:xfrm>
          <a:prstGeom prst="ellipse">
            <a:avLst/>
          </a:prstGeom>
          <a:solidFill>
            <a:srgbClr val="CB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02E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2E32"/>
                </a:solidFill>
                <a:latin typeface="Malgun Gothic"/>
              </a:defRPr>
            </a:pPr>
            <a:r>
              <a:t>주요 데이터 분석 결과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291839"/>
            <a:ext cx="365760" cy="365760"/>
          </a:xfrm>
          <a:prstGeom prst="ellipse">
            <a:avLst/>
          </a:prstGeom>
          <a:solidFill>
            <a:srgbClr val="CB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02E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2E32"/>
                </a:solidFill>
                <a:latin typeface="Malgun Gothic"/>
              </a:defRPr>
            </a:pPr>
            <a:r>
              <a:t>문제 해결 프로세스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023359"/>
            <a:ext cx="365760" cy="365760"/>
          </a:xfrm>
          <a:prstGeom prst="ellipse">
            <a:avLst/>
          </a:prstGeom>
          <a:solidFill>
            <a:srgbClr val="CB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02E32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2E32"/>
                </a:solidFill>
                <a:latin typeface="Malgun Gothic"/>
              </a:defRPr>
            </a:pPr>
            <a:r>
              <a:t>향후 발전 방향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7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A03C1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BA673"/>
                </a:solidFill>
                <a:latin typeface="Malgun Gothic"/>
              </a:defRPr>
            </a:pPr>
            <a:r>
              <a:t>PART 01. 기초 이론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1371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E6E6"/>
                </a:solidFill>
                <a:latin typeface="Malgun Gothic"/>
              </a:defRPr>
            </a:pPr>
            <a:r>
              <a:t>데이터 분석을 시작하기 전에</a:t>
            </a:r>
          </a:p>
          <a:p>
            <a:r>
              <a:t>알아야 할 필수 개념들을 정리합니다.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02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45720"/>
          </a:xfrm>
          <a:prstGeom prst="rect">
            <a:avLst/>
          </a:prstGeom>
          <a:solidFill>
            <a:srgbClr val="CB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71F00"/>
                </a:solidFill>
                <a:latin typeface="Malgun Gothic"/>
              </a:defRPr>
            </a:pPr>
            <a:r>
              <a:t>01. 프로젝트 핵심 개념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4114800"/>
          </a:xfrm>
          <a:prstGeom prst="rect">
            <a:avLst/>
          </a:prstGeom>
          <a:solidFill>
            <a:srgbClr val="402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2E32"/>
                </a:solidFill>
                <a:latin typeface="Malgun Gothic"/>
              </a:defRPr>
            </a:pPr>
            <a:r>
              <a:t>여기에 본문 내용을 작성합니다.</a:t>
            </a:r>
          </a:p>
          <a:p>
            <a:pPr>
              <a:spcBef>
                <a:spcPts val="1200"/>
              </a:spcBef>
              <a:defRPr sz="1800">
                <a:solidFill>
                  <a:srgbClr val="402E32"/>
                </a:solidFill>
                <a:latin typeface="Malgun Gothic"/>
              </a:defRPr>
            </a:pPr>
            <a:r>
              <a:t>- 첫 번째 핵심 내용 설명</a:t>
            </a:r>
          </a:p>
          <a:p>
            <a:pPr>
              <a:spcBef>
                <a:spcPts val="1200"/>
              </a:spcBef>
              <a:defRPr sz="1800">
                <a:solidFill>
                  <a:srgbClr val="402E32"/>
                </a:solidFill>
                <a:latin typeface="Malgun Gothic"/>
              </a:defRPr>
            </a:pPr>
            <a:r>
              <a:t>- 두 번째 세부 사항 서술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0">
            <a:solidFill>
              <a:srgbClr val="402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2286000"/>
            <a:ext cx="6702552" cy="2286000"/>
          </a:xfrm>
          <a:prstGeom prst="rect">
            <a:avLst/>
          </a:prstGeom>
          <a:solidFill>
            <a:srgbClr val="87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2468880"/>
            <a:ext cx="6336792" cy="1920240"/>
          </a:xfrm>
          <a:prstGeom prst="rect">
            <a:avLst/>
          </a:prstGeom>
          <a:noFill/>
          <a:ln w="25400">
            <a:solidFill>
              <a:srgbClr val="CB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6336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핵심 키워드 강조</a:t>
            </a:r>
          </a:p>
          <a:p>
            <a:r>
              <a:t>KEY MESSAGE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02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12191695" cy="45720"/>
          </a:xfrm>
          <a:prstGeom prst="rect">
            <a:avLst/>
          </a:prstGeom>
          <a:solidFill>
            <a:srgbClr val="CB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5486400" cy="6629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PLACEHOLDER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71F00"/>
                </a:solidFill>
                <a:latin typeface="Malgun Gothic"/>
              </a:defRPr>
            </a:pPr>
            <a:r>
              <a:t>이미지 설명 타이틀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2E32"/>
                </a:solidFill>
                <a:latin typeface="Malgun Gothic"/>
              </a:defRPr>
            </a:pPr>
            <a:r>
              <a:t>왼쪽 이미지에 대한 상세 설명을 작성하는 공간입니다.</a:t>
            </a:r>
          </a:p>
          <a:p>
            <a:pPr>
              <a:spcBef>
                <a:spcPts val="1200"/>
              </a:spcBef>
              <a:defRPr sz="1800">
                <a:solidFill>
                  <a:srgbClr val="402E32"/>
                </a:solidFill>
                <a:latin typeface="Malgun Gothic"/>
              </a:defRPr>
            </a:pPr>
            <a:r>
              <a:t>여기에 주요 특징이나 데이터를 서술하세요.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